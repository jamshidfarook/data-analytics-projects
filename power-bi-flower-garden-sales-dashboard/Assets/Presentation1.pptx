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9753600" cy="624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3A2D"/>
    <a:srgbClr val="192A22"/>
    <a:srgbClr val="003A1A"/>
    <a:srgbClr val="273C18"/>
    <a:srgbClr val="3059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967ECA-B5D6-40BA-AB50-E40CEEA6BF45}" v="6" dt="2026-02-28T05:06:39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10" autoAdjust="0"/>
  </p:normalViewPr>
  <p:slideViewPr>
    <p:cSldViewPr snapToGrid="0">
      <p:cViewPr varScale="1">
        <p:scale>
          <a:sx n="84" d="100"/>
          <a:sy n="84" d="100"/>
        </p:scale>
        <p:origin x="12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CD459-82D3-4362-989B-1F98EA3A52ED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20763" y="1143000"/>
            <a:ext cx="481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D07AE8-82C5-4191-8503-D7AF71EC97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20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20763" y="1143000"/>
            <a:ext cx="48164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D07AE8-82C5-4191-8503-D7AF71EC974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80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022598"/>
            <a:ext cx="7315200" cy="2175369"/>
          </a:xfrm>
        </p:spPr>
        <p:txBody>
          <a:bodyPr anchor="b"/>
          <a:lstStyle>
            <a:lvl1pPr algn="ctr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281858"/>
            <a:ext cx="7315200" cy="1508582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43" indent="0" algn="ctr">
              <a:buNone/>
              <a:defRPr sz="1600"/>
            </a:lvl2pPr>
            <a:lvl3pPr marL="731487" indent="0" algn="ctr">
              <a:buNone/>
              <a:defRPr sz="1440"/>
            </a:lvl3pPr>
            <a:lvl4pPr marL="1097230" indent="0" algn="ctr">
              <a:buNone/>
              <a:defRPr sz="1280"/>
            </a:lvl4pPr>
            <a:lvl5pPr marL="1462973" indent="0" algn="ctr">
              <a:buNone/>
              <a:defRPr sz="1280"/>
            </a:lvl5pPr>
            <a:lvl6pPr marL="1828716" indent="0" algn="ctr">
              <a:buNone/>
              <a:defRPr sz="1280"/>
            </a:lvl6pPr>
            <a:lvl7pPr marL="2194460" indent="0" algn="ctr">
              <a:buNone/>
              <a:defRPr sz="1280"/>
            </a:lvl7pPr>
            <a:lvl8pPr marL="2560203" indent="0" algn="ctr">
              <a:buNone/>
              <a:defRPr sz="1280"/>
            </a:lvl8pPr>
            <a:lvl9pPr marL="2925946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233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408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480" y="1557762"/>
            <a:ext cx="8412480" cy="2599160"/>
          </a:xfrm>
        </p:spPr>
        <p:txBody>
          <a:bodyPr anchor="b"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80" y="4181511"/>
            <a:ext cx="8412480" cy="1366838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1pPr>
            <a:lvl2pPr marL="3657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487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3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2973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716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4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203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5946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12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0560" y="1663347"/>
            <a:ext cx="4145280" cy="39645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7760" y="1663347"/>
            <a:ext cx="4145280" cy="39645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94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0" y="332670"/>
            <a:ext cx="8412480" cy="12077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1831" y="1531729"/>
            <a:ext cx="4126230" cy="750675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43" indent="0">
              <a:buNone/>
              <a:defRPr sz="1600" b="1"/>
            </a:lvl2pPr>
            <a:lvl3pPr marL="731487" indent="0">
              <a:buNone/>
              <a:defRPr sz="1440" b="1"/>
            </a:lvl3pPr>
            <a:lvl4pPr marL="1097230" indent="0">
              <a:buNone/>
              <a:defRPr sz="1280" b="1"/>
            </a:lvl4pPr>
            <a:lvl5pPr marL="1462973" indent="0">
              <a:buNone/>
              <a:defRPr sz="1280" b="1"/>
            </a:lvl5pPr>
            <a:lvl6pPr marL="1828716" indent="0">
              <a:buNone/>
              <a:defRPr sz="1280" b="1"/>
            </a:lvl6pPr>
            <a:lvl7pPr marL="2194460" indent="0">
              <a:buNone/>
              <a:defRPr sz="1280" b="1"/>
            </a:lvl7pPr>
            <a:lvl8pPr marL="2560203" indent="0">
              <a:buNone/>
              <a:defRPr sz="1280" b="1"/>
            </a:lvl8pPr>
            <a:lvl9pPr marL="2925946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1831" y="2282404"/>
            <a:ext cx="4126230" cy="3357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37760" y="1531729"/>
            <a:ext cx="4146550" cy="750675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43" indent="0">
              <a:buNone/>
              <a:defRPr sz="1600" b="1"/>
            </a:lvl2pPr>
            <a:lvl3pPr marL="731487" indent="0">
              <a:buNone/>
              <a:defRPr sz="1440" b="1"/>
            </a:lvl3pPr>
            <a:lvl4pPr marL="1097230" indent="0">
              <a:buNone/>
              <a:defRPr sz="1280" b="1"/>
            </a:lvl4pPr>
            <a:lvl5pPr marL="1462973" indent="0">
              <a:buNone/>
              <a:defRPr sz="1280" b="1"/>
            </a:lvl5pPr>
            <a:lvl6pPr marL="1828716" indent="0">
              <a:buNone/>
              <a:defRPr sz="1280" b="1"/>
            </a:lvl6pPr>
            <a:lvl7pPr marL="2194460" indent="0">
              <a:buNone/>
              <a:defRPr sz="1280" b="1"/>
            </a:lvl7pPr>
            <a:lvl8pPr marL="2560203" indent="0">
              <a:buNone/>
              <a:defRPr sz="1280" b="1"/>
            </a:lvl8pPr>
            <a:lvl9pPr marL="2925946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37760" y="2282404"/>
            <a:ext cx="4146550" cy="3357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88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38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71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416560"/>
            <a:ext cx="3145790" cy="1457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6550" y="899654"/>
            <a:ext cx="4937760" cy="4440414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874520"/>
            <a:ext cx="3145790" cy="3472780"/>
          </a:xfrm>
        </p:spPr>
        <p:txBody>
          <a:bodyPr/>
          <a:lstStyle>
            <a:lvl1pPr marL="0" indent="0">
              <a:buNone/>
              <a:defRPr sz="1280"/>
            </a:lvl1pPr>
            <a:lvl2pPr marL="365743" indent="0">
              <a:buNone/>
              <a:defRPr sz="1120"/>
            </a:lvl2pPr>
            <a:lvl3pPr marL="731487" indent="0">
              <a:buNone/>
              <a:defRPr sz="960"/>
            </a:lvl3pPr>
            <a:lvl4pPr marL="1097230" indent="0">
              <a:buNone/>
              <a:defRPr sz="800"/>
            </a:lvl4pPr>
            <a:lvl5pPr marL="1462973" indent="0">
              <a:buNone/>
              <a:defRPr sz="800"/>
            </a:lvl5pPr>
            <a:lvl6pPr marL="1828716" indent="0">
              <a:buNone/>
              <a:defRPr sz="800"/>
            </a:lvl6pPr>
            <a:lvl7pPr marL="2194460" indent="0">
              <a:buNone/>
              <a:defRPr sz="800"/>
            </a:lvl7pPr>
            <a:lvl8pPr marL="2560203" indent="0">
              <a:buNone/>
              <a:defRPr sz="800"/>
            </a:lvl8pPr>
            <a:lvl9pPr marL="2925946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3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831" y="416560"/>
            <a:ext cx="3145790" cy="14579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6550" y="899654"/>
            <a:ext cx="4937760" cy="4440414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43" indent="0">
              <a:buNone/>
              <a:defRPr sz="2240"/>
            </a:lvl2pPr>
            <a:lvl3pPr marL="731487" indent="0">
              <a:buNone/>
              <a:defRPr sz="1920"/>
            </a:lvl3pPr>
            <a:lvl4pPr marL="1097230" indent="0">
              <a:buNone/>
              <a:defRPr sz="1600"/>
            </a:lvl4pPr>
            <a:lvl5pPr marL="1462973" indent="0">
              <a:buNone/>
              <a:defRPr sz="1600"/>
            </a:lvl5pPr>
            <a:lvl6pPr marL="1828716" indent="0">
              <a:buNone/>
              <a:defRPr sz="1600"/>
            </a:lvl6pPr>
            <a:lvl7pPr marL="2194460" indent="0">
              <a:buNone/>
              <a:defRPr sz="1600"/>
            </a:lvl7pPr>
            <a:lvl8pPr marL="2560203" indent="0">
              <a:buNone/>
              <a:defRPr sz="1600"/>
            </a:lvl8pPr>
            <a:lvl9pPr marL="2925946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1831" y="1874520"/>
            <a:ext cx="3145790" cy="3472780"/>
          </a:xfrm>
        </p:spPr>
        <p:txBody>
          <a:bodyPr/>
          <a:lstStyle>
            <a:lvl1pPr marL="0" indent="0">
              <a:buNone/>
              <a:defRPr sz="1280"/>
            </a:lvl1pPr>
            <a:lvl2pPr marL="365743" indent="0">
              <a:buNone/>
              <a:defRPr sz="1120"/>
            </a:lvl2pPr>
            <a:lvl3pPr marL="731487" indent="0">
              <a:buNone/>
              <a:defRPr sz="960"/>
            </a:lvl3pPr>
            <a:lvl4pPr marL="1097230" indent="0">
              <a:buNone/>
              <a:defRPr sz="800"/>
            </a:lvl4pPr>
            <a:lvl5pPr marL="1462973" indent="0">
              <a:buNone/>
              <a:defRPr sz="800"/>
            </a:lvl5pPr>
            <a:lvl6pPr marL="1828716" indent="0">
              <a:buNone/>
              <a:defRPr sz="800"/>
            </a:lvl6pPr>
            <a:lvl7pPr marL="2194460" indent="0">
              <a:buNone/>
              <a:defRPr sz="800"/>
            </a:lvl7pPr>
            <a:lvl8pPr marL="2560203" indent="0">
              <a:buNone/>
              <a:defRPr sz="800"/>
            </a:lvl8pPr>
            <a:lvl9pPr marL="2925946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725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54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9920" y="332670"/>
            <a:ext cx="2103120" cy="52952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0560" y="332670"/>
            <a:ext cx="6187440" cy="52952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304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0560" y="332670"/>
            <a:ext cx="8412480" cy="1207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560" y="1663347"/>
            <a:ext cx="8412480" cy="3964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0560" y="5791342"/>
            <a:ext cx="2194560" cy="332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21259-0D4C-4553-9EEC-579A65F6FD15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0880" y="5791342"/>
            <a:ext cx="3291840" cy="332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8480" y="5791342"/>
            <a:ext cx="2194560" cy="332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0649-52F6-475A-B240-DBD0E31388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796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487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2" indent="-182872" algn="l" defTabSz="73148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5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8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01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45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588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331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075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818" indent="-182872" algn="l" defTabSz="731487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43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487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30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73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16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60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03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46" algn="l" defTabSz="731487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A056BD-16DD-7357-7974-AB0D7AF8CD74}"/>
              </a:ext>
            </a:extLst>
          </p:cNvPr>
          <p:cNvSpPr/>
          <p:nvPr/>
        </p:nvSpPr>
        <p:spPr>
          <a:xfrm>
            <a:off x="1" y="0"/>
            <a:ext cx="9753600" cy="6248400"/>
          </a:xfrm>
          <a:prstGeom prst="rect">
            <a:avLst/>
          </a:prstGeom>
          <a:solidFill>
            <a:srgbClr val="192A22"/>
          </a:solidFill>
          <a:ln>
            <a:solidFill>
              <a:srgbClr val="273C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799">
              <a:ln>
                <a:solidFill>
                  <a:schemeClr val="accent6">
                    <a:lumMod val="75000"/>
                  </a:schemeClr>
                </a:solidFill>
              </a:ln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5231FC5-C186-FE4E-C7B8-B4481E9C2CCA}"/>
              </a:ext>
            </a:extLst>
          </p:cNvPr>
          <p:cNvSpPr/>
          <p:nvPr/>
        </p:nvSpPr>
        <p:spPr>
          <a:xfrm>
            <a:off x="495300" y="676337"/>
            <a:ext cx="8762999" cy="800100"/>
          </a:xfrm>
          <a:prstGeom prst="roundRect">
            <a:avLst>
              <a:gd name="adj" fmla="val 17090"/>
            </a:avLst>
          </a:prstGeom>
          <a:solidFill>
            <a:srgbClr val="213A2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12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E6E07F-FDD6-0E6D-F8B0-415174B24EC5}"/>
              </a:ext>
            </a:extLst>
          </p:cNvPr>
          <p:cNvSpPr/>
          <p:nvPr/>
        </p:nvSpPr>
        <p:spPr>
          <a:xfrm>
            <a:off x="495300" y="1671669"/>
            <a:ext cx="4267200" cy="2177955"/>
          </a:xfrm>
          <a:prstGeom prst="roundRect">
            <a:avLst>
              <a:gd name="adj" fmla="val 4176"/>
            </a:avLst>
          </a:prstGeom>
          <a:solidFill>
            <a:srgbClr val="213A2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799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26AAD0-7091-1AFC-FD5A-0695B665E9AB}"/>
              </a:ext>
            </a:extLst>
          </p:cNvPr>
          <p:cNvSpPr/>
          <p:nvPr/>
        </p:nvSpPr>
        <p:spPr>
          <a:xfrm>
            <a:off x="495300" y="4044856"/>
            <a:ext cx="4267200" cy="1929225"/>
          </a:xfrm>
          <a:prstGeom prst="roundRect">
            <a:avLst>
              <a:gd name="adj" fmla="val 8060"/>
            </a:avLst>
          </a:prstGeom>
          <a:solidFill>
            <a:srgbClr val="213A2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799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7A904D4-11CE-7EBE-782A-FFE0D47331B8}"/>
              </a:ext>
            </a:extLst>
          </p:cNvPr>
          <p:cNvSpPr/>
          <p:nvPr/>
        </p:nvSpPr>
        <p:spPr>
          <a:xfrm>
            <a:off x="4991100" y="1671669"/>
            <a:ext cx="4267200" cy="2177955"/>
          </a:xfrm>
          <a:prstGeom prst="roundRect">
            <a:avLst>
              <a:gd name="adj" fmla="val 4176"/>
            </a:avLst>
          </a:prstGeom>
          <a:solidFill>
            <a:srgbClr val="213A2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CD986D-A229-6504-6F42-F585EEE8759B}"/>
              </a:ext>
            </a:extLst>
          </p:cNvPr>
          <p:cNvSpPr/>
          <p:nvPr/>
        </p:nvSpPr>
        <p:spPr>
          <a:xfrm>
            <a:off x="4991100" y="4044856"/>
            <a:ext cx="4267200" cy="1929225"/>
          </a:xfrm>
          <a:prstGeom prst="roundRect">
            <a:avLst>
              <a:gd name="adj" fmla="val 8060"/>
            </a:avLst>
          </a:prstGeom>
          <a:solidFill>
            <a:srgbClr val="213A2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799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F9B3B7-6405-6CE7-5B75-825E54226AC9}"/>
              </a:ext>
            </a:extLst>
          </p:cNvPr>
          <p:cNvSpPr/>
          <p:nvPr/>
        </p:nvSpPr>
        <p:spPr>
          <a:xfrm>
            <a:off x="6738887" y="195230"/>
            <a:ext cx="2519409" cy="338170"/>
          </a:xfrm>
          <a:prstGeom prst="roundRect">
            <a:avLst>
              <a:gd name="adj" fmla="val 17090"/>
            </a:avLst>
          </a:prstGeom>
          <a:solidFill>
            <a:srgbClr val="213A2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12"/>
          </a:p>
        </p:txBody>
      </p:sp>
    </p:spTree>
    <p:extLst>
      <p:ext uri="{BB962C8B-B14F-4D97-AF65-F5344CB8AC3E}">
        <p14:creationId xmlns:p14="http://schemas.microsoft.com/office/powerpoint/2010/main" val="1213030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139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jamshid farook</dc:creator>
  <cp:lastModifiedBy>jamshid farook</cp:lastModifiedBy>
  <cp:revision>7</cp:revision>
  <dcterms:created xsi:type="dcterms:W3CDTF">2026-02-28T02:33:16Z</dcterms:created>
  <dcterms:modified xsi:type="dcterms:W3CDTF">2026-02-28T10:37:58Z</dcterms:modified>
</cp:coreProperties>
</file>