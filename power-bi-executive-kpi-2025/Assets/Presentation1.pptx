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762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B52"/>
    <a:srgbClr val="0B2A3A"/>
    <a:srgbClr val="071A23"/>
    <a:srgbClr val="0C2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8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47070"/>
            <a:ext cx="7772400" cy="265288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002264"/>
            <a:ext cx="6858000" cy="183973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2ACF2-69A3-42B2-98BB-599F99D9BC8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879CE-7ACA-4587-B86D-8E8C1B222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23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2ACF2-69A3-42B2-98BB-599F99D9BC8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879CE-7ACA-4587-B86D-8E8C1B222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476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899710"/>
            <a:ext cx="7886700" cy="316970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5099405"/>
            <a:ext cx="7886700" cy="16668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2ACF2-69A3-42B2-98BB-599F99D9BC8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879CE-7ACA-4587-B86D-8E8C1B222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23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028472"/>
            <a:ext cx="3886200" cy="48348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028472"/>
            <a:ext cx="3886200" cy="48348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2ACF2-69A3-42B2-98BB-599F99D9BC8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879CE-7ACA-4587-B86D-8E8C1B222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693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05696"/>
            <a:ext cx="7886700" cy="1472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67959"/>
            <a:ext cx="3868340" cy="91545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783417"/>
            <a:ext cx="3868340" cy="4093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867959"/>
            <a:ext cx="3887391" cy="91545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783417"/>
            <a:ext cx="3887391" cy="4093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2ACF2-69A3-42B2-98BB-599F99D9BC8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879CE-7ACA-4587-B86D-8E8C1B222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367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2ACF2-69A3-42B2-98BB-599F99D9BC8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879CE-7ACA-4587-B86D-8E8C1B222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98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2ACF2-69A3-42B2-98BB-599F99D9BC8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879CE-7ACA-4587-B86D-8E8C1B222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993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08000"/>
            <a:ext cx="2949178" cy="1778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97141"/>
            <a:ext cx="4629150" cy="54151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286000"/>
            <a:ext cx="2949178" cy="423509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2ACF2-69A3-42B2-98BB-599F99D9BC8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879CE-7ACA-4587-B86D-8E8C1B222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235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08000"/>
            <a:ext cx="2949178" cy="1778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097141"/>
            <a:ext cx="4629150" cy="541513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286000"/>
            <a:ext cx="2949178" cy="423509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2ACF2-69A3-42B2-98BB-599F99D9BC8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879CE-7ACA-4587-B86D-8E8C1B222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325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2ACF2-69A3-42B2-98BB-599F99D9BC8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879CE-7ACA-4587-B86D-8E8C1B222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085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05694"/>
            <a:ext cx="1971675" cy="6457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05694"/>
            <a:ext cx="5800725" cy="64575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2ACF2-69A3-42B2-98BB-599F99D9BC8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879CE-7ACA-4587-B86D-8E8C1B222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50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05696"/>
            <a:ext cx="7886700" cy="1472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028472"/>
            <a:ext cx="7886700" cy="4834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7062613"/>
            <a:ext cx="2057400" cy="405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2ACF2-69A3-42B2-98BB-599F99D9BC8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7062613"/>
            <a:ext cx="3086100" cy="405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7062613"/>
            <a:ext cx="2057400" cy="405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879CE-7ACA-4587-B86D-8E8C1B222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799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F9A633-C22B-DA91-BA61-6B6AD09220D4}"/>
              </a:ext>
            </a:extLst>
          </p:cNvPr>
          <p:cNvSpPr/>
          <p:nvPr/>
        </p:nvSpPr>
        <p:spPr>
          <a:xfrm>
            <a:off x="266700" y="1066800"/>
            <a:ext cx="1981200" cy="80010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AB6C5E-4E23-281B-478B-2711F5474EE1}"/>
              </a:ext>
            </a:extLst>
          </p:cNvPr>
          <p:cNvSpPr/>
          <p:nvPr/>
        </p:nvSpPr>
        <p:spPr>
          <a:xfrm>
            <a:off x="4686300" y="1066800"/>
            <a:ext cx="1981200" cy="80010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C6491D-AAE6-8841-1302-E12538706E9E}"/>
              </a:ext>
            </a:extLst>
          </p:cNvPr>
          <p:cNvSpPr/>
          <p:nvPr/>
        </p:nvSpPr>
        <p:spPr>
          <a:xfrm>
            <a:off x="2476500" y="1066800"/>
            <a:ext cx="1981200" cy="80010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010F36-D245-8C86-C285-D6044226A31E}"/>
              </a:ext>
            </a:extLst>
          </p:cNvPr>
          <p:cNvSpPr/>
          <p:nvPr/>
        </p:nvSpPr>
        <p:spPr>
          <a:xfrm>
            <a:off x="6896100" y="1066800"/>
            <a:ext cx="1981200" cy="80010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F8D057-6EC8-ADAD-825F-8EA1035A3C2E}"/>
              </a:ext>
            </a:extLst>
          </p:cNvPr>
          <p:cNvSpPr/>
          <p:nvPr/>
        </p:nvSpPr>
        <p:spPr>
          <a:xfrm>
            <a:off x="6248400" y="4229100"/>
            <a:ext cx="2628900" cy="320040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6F4AB0-515F-185E-15FC-5936D19A2562}"/>
              </a:ext>
            </a:extLst>
          </p:cNvPr>
          <p:cNvSpPr/>
          <p:nvPr/>
        </p:nvSpPr>
        <p:spPr>
          <a:xfrm>
            <a:off x="3657600" y="4229100"/>
            <a:ext cx="2362200" cy="320040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7AA829-0591-9675-251C-2D63A3ABA86B}"/>
              </a:ext>
            </a:extLst>
          </p:cNvPr>
          <p:cNvSpPr/>
          <p:nvPr/>
        </p:nvSpPr>
        <p:spPr>
          <a:xfrm>
            <a:off x="266700" y="2057400"/>
            <a:ext cx="8610600" cy="201930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04C2550-30DA-73F0-2CE8-280F095DD66B}"/>
              </a:ext>
            </a:extLst>
          </p:cNvPr>
          <p:cNvSpPr/>
          <p:nvPr/>
        </p:nvSpPr>
        <p:spPr>
          <a:xfrm>
            <a:off x="266700" y="4229100"/>
            <a:ext cx="3124200" cy="320040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1CF5D6-DA91-62E5-F4AC-27DE49336149}"/>
              </a:ext>
            </a:extLst>
          </p:cNvPr>
          <p:cNvSpPr/>
          <p:nvPr/>
        </p:nvSpPr>
        <p:spPr>
          <a:xfrm>
            <a:off x="4686300" y="304800"/>
            <a:ext cx="4191000" cy="53340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72310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jamshid farook</dc:creator>
  <cp:lastModifiedBy>jamshid farook</cp:lastModifiedBy>
  <cp:revision>1</cp:revision>
  <dcterms:created xsi:type="dcterms:W3CDTF">2026-02-27T06:29:43Z</dcterms:created>
  <dcterms:modified xsi:type="dcterms:W3CDTF">2026-02-27T06:58:56Z</dcterms:modified>
</cp:coreProperties>
</file>