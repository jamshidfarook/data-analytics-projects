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1B32"/>
    <a:srgbClr val="272F5A"/>
    <a:srgbClr val="484D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A4309-FA4A-CCD8-9A58-EE4C36D461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4D5E39-9F72-E3DF-8EC1-14F7BFE0CB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DBFA5-F524-C43A-EDC0-D1B2BDF6C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4FB51-3D4B-4BC6-ABCE-DBF4994AD38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CDDB8-BF75-EDBC-3D01-FDD10F89D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0C733-D566-9F77-B2A8-636F9DD10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B352-A6DF-4C60-BFB1-33FB49212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588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9155A-3EE7-D7FC-A7A7-012AC1505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52491-844E-7971-1049-5274B4C25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4E306-0E04-6708-7CCA-78F970D6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4FB51-3D4B-4BC6-ABCE-DBF4994AD38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15BB7-A972-2AE7-98B4-ADB8214B2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BBE17-26C7-9B5E-9C92-31948915E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B352-A6DF-4C60-BFB1-33FB49212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291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7AD9F-5F60-6286-64B7-EB452CC8B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83688-FA77-8E15-0098-D71DA484C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B7635-2811-84C2-9CFF-699ABAE7A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4FB51-3D4B-4BC6-ABCE-DBF4994AD38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17FEB-A8B8-1B99-D6D6-F584259C7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084A3-7A00-31E3-D16E-083D0FB3D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B352-A6DF-4C60-BFB1-33FB49212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244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C14A3-2CF9-A1E0-F84B-8DBD3EC17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39CDB-B948-C2CB-C283-5396753F97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880EBE-1981-B2BE-40CE-FA7E3314D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C181B-A4CC-FC28-AB6E-669C6D221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4FB51-3D4B-4BC6-ABCE-DBF4994AD38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F075D5-2A56-9361-9263-13900642F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FFEDB-45FB-5B84-C5CE-BF59BD651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B352-A6DF-4C60-BFB1-33FB49212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188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F70C3-BB6A-9B9C-11BA-A4BD6D5B6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F99CFE-31C3-5114-F820-D55D24FEA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03BE80-2323-FEB0-ECCE-A48B031DD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B4E60E-30DB-9346-785F-8056E92A6A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8419D0-FBE1-7EE3-4173-ADAEA3ACA2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B4F8D4-3D5A-0110-30DD-E97E0491F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4FB51-3D4B-4BC6-ABCE-DBF4994AD38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8BA94E-B4D4-AB67-AF5A-DF9CB714F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4AF0BD-7AA0-4E38-BCDB-BC3A07812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B352-A6DF-4C60-BFB1-33FB49212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186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4BD8C-9F4F-6821-5C55-FB7E124C9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963CC-3897-3C70-8FC2-5FFE69719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4FB51-3D4B-4BC6-ABCE-DBF4994AD38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52A9E4-DE4C-8FCE-CC10-1D219AFD7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A1234F-2810-947D-E4A8-8C847FF7A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B352-A6DF-4C60-BFB1-33FB49212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039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19FFA-6527-BA09-AE3B-24922C34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4FB51-3D4B-4BC6-ABCE-DBF4994AD38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4849A9-E170-AA39-249E-16CA0DF01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0E539B-8509-786B-58AC-773733349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B352-A6DF-4C60-BFB1-33FB49212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183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F72E3-7711-5435-0A6B-2F0FEC0F2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8D082-AF97-4533-6523-8A421D12D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9F547-FF96-3B04-871F-B1435B494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D2F1AD-F9A2-4AB9-E7AD-6D21DE750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4FB51-3D4B-4BC6-ABCE-DBF4994AD38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DD8678-22E4-64E9-DCDB-EB9123EE5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4D7859-F5D1-379D-CED4-C8F5942DA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B352-A6DF-4C60-BFB1-33FB49212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53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A5CF9-2AD7-35BD-63A4-F70406990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F923D5-CCC8-8E31-963C-3A87C7BD1C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CE2559-BE10-2003-FDFC-0936632C9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7010BF-94D8-1247-B6BA-012C1492F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4FB51-3D4B-4BC6-ABCE-DBF4994AD38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1DC074-DE0A-6E9E-067A-E1C5C3F74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2AE16-FB0F-EEF4-1D9B-903D0CA7F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B352-A6DF-4C60-BFB1-33FB49212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215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22D82-327F-119A-0F89-10B124476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07D5B-F519-8F24-B217-03B17CC88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E8CF1-0559-71DF-0BEE-B9D073771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4FB51-3D4B-4BC6-ABCE-DBF4994AD38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69772-BBC7-20F3-9FF3-50DBE83F2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ADBA6-866E-7386-8FD8-98E2DF576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B352-A6DF-4C60-BFB1-33FB49212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182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3CA77D-5118-62FF-B4EC-0C56F1DF71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502678-D7EA-3B4E-9E7F-D5A8A842E5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0CEF5-43A9-E4D9-331D-696E12905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4FB51-3D4B-4BC6-ABCE-DBF4994AD38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6C8D8-0F96-0F5E-0817-32C016529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42324-4B68-294E-05B2-C53BE4CC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B352-A6DF-4C60-BFB1-33FB49212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423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D67915-3140-BA7D-56BA-30E01FE6A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A61E3-7894-6576-4BD8-FB43C114C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078D8-3FF7-2ACA-88D8-1CD64BBD25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24FB51-3D4B-4BC6-ABCE-DBF4994AD38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9631B-E778-BDF2-A474-B78CD09192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48612-35C2-C955-7406-3727B08452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CEB352-A6DF-4C60-BFB1-33FB49212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117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EEE8C4-B51E-1880-1552-77485AC4CB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05283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E9FBB8-894D-99DF-DE1D-C14A98D1A9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719" y="-127821"/>
            <a:ext cx="12458700" cy="7177549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813B748-35DB-5E85-B691-1CDF258DAE8D}"/>
              </a:ext>
            </a:extLst>
          </p:cNvPr>
          <p:cNvSpPr/>
          <p:nvPr/>
        </p:nvSpPr>
        <p:spPr>
          <a:xfrm>
            <a:off x="2753360" y="772160"/>
            <a:ext cx="1991360" cy="863600"/>
          </a:xfrm>
          <a:prstGeom prst="roundRect">
            <a:avLst/>
          </a:prstGeom>
          <a:solidFill>
            <a:srgbClr val="161B3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F084473-E869-32F9-AF50-31A8715562D3}"/>
              </a:ext>
            </a:extLst>
          </p:cNvPr>
          <p:cNvSpPr/>
          <p:nvPr/>
        </p:nvSpPr>
        <p:spPr>
          <a:xfrm>
            <a:off x="5140960" y="772160"/>
            <a:ext cx="1991360" cy="863600"/>
          </a:xfrm>
          <a:prstGeom prst="roundRect">
            <a:avLst/>
          </a:prstGeom>
          <a:solidFill>
            <a:srgbClr val="161B3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FAE417E-6DA1-2FBA-F669-F15E286AAB0D}"/>
              </a:ext>
            </a:extLst>
          </p:cNvPr>
          <p:cNvSpPr/>
          <p:nvPr/>
        </p:nvSpPr>
        <p:spPr>
          <a:xfrm>
            <a:off x="7508240" y="772160"/>
            <a:ext cx="1991360" cy="863600"/>
          </a:xfrm>
          <a:prstGeom prst="roundRect">
            <a:avLst/>
          </a:prstGeom>
          <a:solidFill>
            <a:srgbClr val="161B3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E1107F1-E43C-7D80-F2B5-FA7FC2BDC1B2}"/>
              </a:ext>
            </a:extLst>
          </p:cNvPr>
          <p:cNvSpPr/>
          <p:nvPr/>
        </p:nvSpPr>
        <p:spPr>
          <a:xfrm>
            <a:off x="9865360" y="772160"/>
            <a:ext cx="1991360" cy="863600"/>
          </a:xfrm>
          <a:prstGeom prst="roundRect">
            <a:avLst/>
          </a:prstGeom>
          <a:solidFill>
            <a:srgbClr val="161B3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2FE22A5-6F71-3F26-1FED-4E2B18F5945B}"/>
              </a:ext>
            </a:extLst>
          </p:cNvPr>
          <p:cNvSpPr/>
          <p:nvPr/>
        </p:nvSpPr>
        <p:spPr>
          <a:xfrm>
            <a:off x="365760" y="772160"/>
            <a:ext cx="1991360" cy="863600"/>
          </a:xfrm>
          <a:prstGeom prst="roundRect">
            <a:avLst/>
          </a:prstGeom>
          <a:solidFill>
            <a:srgbClr val="161B3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AD8896-5917-8978-2A6B-0CA2B2536776}"/>
              </a:ext>
            </a:extLst>
          </p:cNvPr>
          <p:cNvSpPr/>
          <p:nvPr/>
        </p:nvSpPr>
        <p:spPr>
          <a:xfrm>
            <a:off x="365760" y="1981200"/>
            <a:ext cx="5273040" cy="2336800"/>
          </a:xfrm>
          <a:prstGeom prst="roundRect">
            <a:avLst/>
          </a:prstGeom>
          <a:solidFill>
            <a:srgbClr val="161B3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BCB5CF9-0198-4F10-E9FE-39C4A8863F31}"/>
              </a:ext>
            </a:extLst>
          </p:cNvPr>
          <p:cNvSpPr/>
          <p:nvPr/>
        </p:nvSpPr>
        <p:spPr>
          <a:xfrm>
            <a:off x="5923280" y="1981200"/>
            <a:ext cx="5933440" cy="2336800"/>
          </a:xfrm>
          <a:prstGeom prst="roundRect">
            <a:avLst/>
          </a:prstGeom>
          <a:solidFill>
            <a:srgbClr val="161B3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526B221-CF59-DB38-4DB7-2AE9B382475D}"/>
              </a:ext>
            </a:extLst>
          </p:cNvPr>
          <p:cNvSpPr/>
          <p:nvPr/>
        </p:nvSpPr>
        <p:spPr>
          <a:xfrm>
            <a:off x="365760" y="4582160"/>
            <a:ext cx="11490960" cy="2062480"/>
          </a:xfrm>
          <a:prstGeom prst="roundRect">
            <a:avLst/>
          </a:prstGeom>
          <a:solidFill>
            <a:srgbClr val="161B3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088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jamshid farook</dc:creator>
  <cp:lastModifiedBy>jamshid farook</cp:lastModifiedBy>
  <cp:revision>2</cp:revision>
  <dcterms:created xsi:type="dcterms:W3CDTF">2026-02-26T06:39:52Z</dcterms:created>
  <dcterms:modified xsi:type="dcterms:W3CDTF">2026-02-26T07:51:48Z</dcterms:modified>
</cp:coreProperties>
</file>