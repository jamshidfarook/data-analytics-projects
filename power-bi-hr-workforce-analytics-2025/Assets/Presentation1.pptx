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753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1929"/>
    <a:srgbClr val="624070"/>
    <a:srgbClr val="110C14"/>
    <a:srgbClr val="5A3766"/>
    <a:srgbClr val="43052D"/>
    <a:srgbClr val="2E1A1A"/>
    <a:srgbClr val="161B32"/>
    <a:srgbClr val="272F5A"/>
    <a:srgbClr val="484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65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97890"/>
            <a:ext cx="73152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2881630"/>
            <a:ext cx="73152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67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22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0" y="1367791"/>
            <a:ext cx="841248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0" y="3671571"/>
            <a:ext cx="841248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05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460500"/>
            <a:ext cx="41452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1460500"/>
            <a:ext cx="41452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492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292101"/>
            <a:ext cx="84124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1" y="1344930"/>
            <a:ext cx="4126230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1" y="2004060"/>
            <a:ext cx="412623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0" y="1344930"/>
            <a:ext cx="4146550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0" y="2004060"/>
            <a:ext cx="414655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345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457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65760"/>
            <a:ext cx="3145790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789940"/>
            <a:ext cx="493776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645920"/>
            <a:ext cx="3145790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913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365760"/>
            <a:ext cx="3145790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789940"/>
            <a:ext cx="493776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645920"/>
            <a:ext cx="3145790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7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6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0" y="292100"/>
            <a:ext cx="210312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292100"/>
            <a:ext cx="618744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56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292101"/>
            <a:ext cx="84124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1460500"/>
            <a:ext cx="84124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5085080"/>
            <a:ext cx="21945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4FB51-3D4B-4BC6-ABCE-DBF4994AD389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5085080"/>
            <a:ext cx="32918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5085080"/>
            <a:ext cx="21945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EB352-A6DF-4C60-BFB1-33FB49212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0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DDD4A94-A13C-F5A8-CE6B-BD7B19495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53602" cy="5486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D76C0C9-6814-E4A4-043D-292CC23AC6DD}"/>
              </a:ext>
            </a:extLst>
          </p:cNvPr>
          <p:cNvSpPr/>
          <p:nvPr/>
        </p:nvSpPr>
        <p:spPr>
          <a:xfrm>
            <a:off x="-1" y="700057"/>
            <a:ext cx="1219201" cy="4786343"/>
          </a:xfrm>
          <a:prstGeom prst="rect">
            <a:avLst/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591E7C9-1C9B-9A5B-8318-918CD37775B4}"/>
              </a:ext>
            </a:extLst>
          </p:cNvPr>
          <p:cNvSpPr/>
          <p:nvPr/>
        </p:nvSpPr>
        <p:spPr>
          <a:xfrm>
            <a:off x="190500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5F5370-4A0A-7E6E-CA25-8864FBF094FE}"/>
              </a:ext>
            </a:extLst>
          </p:cNvPr>
          <p:cNvSpPr/>
          <p:nvPr/>
        </p:nvSpPr>
        <p:spPr>
          <a:xfrm>
            <a:off x="830580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5BECF8-2FF7-496A-BE9F-8927EA58C17C}"/>
              </a:ext>
            </a:extLst>
          </p:cNvPr>
          <p:cNvSpPr/>
          <p:nvPr/>
        </p:nvSpPr>
        <p:spPr>
          <a:xfrm>
            <a:off x="318516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D652FA-FD0F-9342-4C2E-929931CD3B8D}"/>
              </a:ext>
            </a:extLst>
          </p:cNvPr>
          <p:cNvSpPr/>
          <p:nvPr/>
        </p:nvSpPr>
        <p:spPr>
          <a:xfrm>
            <a:off x="446532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EAE730-894D-2614-9C91-21A8F191E39B}"/>
              </a:ext>
            </a:extLst>
          </p:cNvPr>
          <p:cNvSpPr/>
          <p:nvPr/>
        </p:nvSpPr>
        <p:spPr>
          <a:xfrm>
            <a:off x="702564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0667B9-935D-C668-1ED5-2A47A5799F7A}"/>
              </a:ext>
            </a:extLst>
          </p:cNvPr>
          <p:cNvSpPr/>
          <p:nvPr/>
        </p:nvSpPr>
        <p:spPr>
          <a:xfrm>
            <a:off x="574548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17F723-A8E5-B387-7835-CC3373FB3ED0}"/>
              </a:ext>
            </a:extLst>
          </p:cNvPr>
          <p:cNvSpPr/>
          <p:nvPr/>
        </p:nvSpPr>
        <p:spPr>
          <a:xfrm>
            <a:off x="1905000" y="1482090"/>
            <a:ext cx="4953000" cy="1996440"/>
          </a:xfrm>
          <a:prstGeom prst="roundRect">
            <a:avLst>
              <a:gd name="adj" fmla="val 592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73D7A2C-B693-5831-8074-34E2CD3F53DF}"/>
              </a:ext>
            </a:extLst>
          </p:cNvPr>
          <p:cNvSpPr/>
          <p:nvPr/>
        </p:nvSpPr>
        <p:spPr>
          <a:xfrm>
            <a:off x="7025640" y="1482089"/>
            <a:ext cx="2385060" cy="1996439"/>
          </a:xfrm>
          <a:prstGeom prst="roundRect">
            <a:avLst>
              <a:gd name="adj" fmla="val 5501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E70B043-EB2C-100E-287C-9B72E3AEBF48}"/>
              </a:ext>
            </a:extLst>
          </p:cNvPr>
          <p:cNvSpPr/>
          <p:nvPr/>
        </p:nvSpPr>
        <p:spPr>
          <a:xfrm>
            <a:off x="1905000" y="3665220"/>
            <a:ext cx="3261360" cy="158496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8FD6C9-0670-AB74-248A-7A3484F14984}"/>
              </a:ext>
            </a:extLst>
          </p:cNvPr>
          <p:cNvSpPr/>
          <p:nvPr/>
        </p:nvSpPr>
        <p:spPr>
          <a:xfrm>
            <a:off x="8130540" y="3665219"/>
            <a:ext cx="1280160" cy="1584959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436DE3-2AF5-5F68-8938-13686212805C}"/>
              </a:ext>
            </a:extLst>
          </p:cNvPr>
          <p:cNvSpPr/>
          <p:nvPr/>
        </p:nvSpPr>
        <p:spPr>
          <a:xfrm>
            <a:off x="5311140" y="3665220"/>
            <a:ext cx="2674620" cy="158496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7414029-4BE0-B5BB-9302-DAA669570600}"/>
              </a:ext>
            </a:extLst>
          </p:cNvPr>
          <p:cNvSpPr/>
          <p:nvPr/>
        </p:nvSpPr>
        <p:spPr>
          <a:xfrm>
            <a:off x="7018020" y="251460"/>
            <a:ext cx="2392680" cy="281940"/>
          </a:xfrm>
          <a:prstGeom prst="roundRect">
            <a:avLst>
              <a:gd name="adj" fmla="val 2051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</p:spTree>
    <p:extLst>
      <p:ext uri="{BB962C8B-B14F-4D97-AF65-F5344CB8AC3E}">
        <p14:creationId xmlns:p14="http://schemas.microsoft.com/office/powerpoint/2010/main" val="70308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4868A-7A33-2B02-721C-BBEAABD4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23069E1-D700-402D-D336-146BD70D4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53602" cy="5486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4E28566-D6EA-68B6-164A-362B6521B12B}"/>
              </a:ext>
            </a:extLst>
          </p:cNvPr>
          <p:cNvSpPr/>
          <p:nvPr/>
        </p:nvSpPr>
        <p:spPr>
          <a:xfrm>
            <a:off x="-1" y="700057"/>
            <a:ext cx="1219201" cy="4786343"/>
          </a:xfrm>
          <a:prstGeom prst="rect">
            <a:avLst/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6040F84-DB29-DB9C-3CDF-E636A3DB29F0}"/>
              </a:ext>
            </a:extLst>
          </p:cNvPr>
          <p:cNvSpPr/>
          <p:nvPr/>
        </p:nvSpPr>
        <p:spPr>
          <a:xfrm>
            <a:off x="190500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01C0C1-748F-D437-6DA4-19BEE46D1A8F}"/>
              </a:ext>
            </a:extLst>
          </p:cNvPr>
          <p:cNvSpPr/>
          <p:nvPr/>
        </p:nvSpPr>
        <p:spPr>
          <a:xfrm>
            <a:off x="3185160" y="723900"/>
            <a:ext cx="1104900" cy="5715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72C473-F97A-1191-5335-3DA221129C34}"/>
              </a:ext>
            </a:extLst>
          </p:cNvPr>
          <p:cNvSpPr/>
          <p:nvPr/>
        </p:nvSpPr>
        <p:spPr>
          <a:xfrm>
            <a:off x="1905000" y="1432560"/>
            <a:ext cx="2377440" cy="161544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DD9E31-9EF4-E95D-D972-11A1940BC621}"/>
              </a:ext>
            </a:extLst>
          </p:cNvPr>
          <p:cNvSpPr/>
          <p:nvPr/>
        </p:nvSpPr>
        <p:spPr>
          <a:xfrm>
            <a:off x="4434840" y="723900"/>
            <a:ext cx="4975860" cy="2324100"/>
          </a:xfrm>
          <a:prstGeom prst="roundRect">
            <a:avLst>
              <a:gd name="adj" fmla="val 5501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E33C69-71BC-95C8-0927-21EEDFF64665}"/>
              </a:ext>
            </a:extLst>
          </p:cNvPr>
          <p:cNvSpPr/>
          <p:nvPr/>
        </p:nvSpPr>
        <p:spPr>
          <a:xfrm>
            <a:off x="1905000" y="3238500"/>
            <a:ext cx="2377440" cy="200406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81E9EA6-2E44-D041-79D4-5084E1D1D762}"/>
              </a:ext>
            </a:extLst>
          </p:cNvPr>
          <p:cNvSpPr/>
          <p:nvPr/>
        </p:nvSpPr>
        <p:spPr>
          <a:xfrm>
            <a:off x="4434840" y="3238500"/>
            <a:ext cx="4968240" cy="199644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6647466-AAC9-D1DB-6DD6-468653F1B3AE}"/>
              </a:ext>
            </a:extLst>
          </p:cNvPr>
          <p:cNvSpPr/>
          <p:nvPr/>
        </p:nvSpPr>
        <p:spPr>
          <a:xfrm>
            <a:off x="7018020" y="251460"/>
            <a:ext cx="2392680" cy="281940"/>
          </a:xfrm>
          <a:prstGeom prst="roundRect">
            <a:avLst>
              <a:gd name="adj" fmla="val 2051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</p:spTree>
    <p:extLst>
      <p:ext uri="{BB962C8B-B14F-4D97-AF65-F5344CB8AC3E}">
        <p14:creationId xmlns:p14="http://schemas.microsoft.com/office/powerpoint/2010/main" val="75258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C3052-8432-197A-BD26-3C6085CCE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C149DE4-CB0B-A4D9-BEA8-2292F299E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753602" cy="5486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F603E6-128E-1455-7B1B-F3A8AD72519F}"/>
              </a:ext>
            </a:extLst>
          </p:cNvPr>
          <p:cNvSpPr/>
          <p:nvPr/>
        </p:nvSpPr>
        <p:spPr>
          <a:xfrm>
            <a:off x="-1" y="700057"/>
            <a:ext cx="1219201" cy="4786343"/>
          </a:xfrm>
          <a:prstGeom prst="rect">
            <a:avLst/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95A630-3E14-CAA0-9C13-E335D69C9F21}"/>
              </a:ext>
            </a:extLst>
          </p:cNvPr>
          <p:cNvSpPr/>
          <p:nvPr/>
        </p:nvSpPr>
        <p:spPr>
          <a:xfrm>
            <a:off x="1905000" y="723900"/>
            <a:ext cx="7505700" cy="191262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E8CEA9-C6BE-03D3-1F8A-1435858C80B9}"/>
              </a:ext>
            </a:extLst>
          </p:cNvPr>
          <p:cNvSpPr/>
          <p:nvPr/>
        </p:nvSpPr>
        <p:spPr>
          <a:xfrm>
            <a:off x="7018020" y="251460"/>
            <a:ext cx="2392680" cy="281940"/>
          </a:xfrm>
          <a:prstGeom prst="roundRect">
            <a:avLst>
              <a:gd name="adj" fmla="val 2051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8F1C80A-10B4-F6FA-65DD-BF632CFD22DA}"/>
              </a:ext>
            </a:extLst>
          </p:cNvPr>
          <p:cNvSpPr/>
          <p:nvPr/>
        </p:nvSpPr>
        <p:spPr>
          <a:xfrm>
            <a:off x="1905000" y="2827020"/>
            <a:ext cx="7505700" cy="191262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468B36-9398-CCE9-E720-07961A6D85C0}"/>
              </a:ext>
            </a:extLst>
          </p:cNvPr>
          <p:cNvSpPr/>
          <p:nvPr/>
        </p:nvSpPr>
        <p:spPr>
          <a:xfrm>
            <a:off x="1905000" y="4930140"/>
            <a:ext cx="7505700" cy="304800"/>
          </a:xfrm>
          <a:prstGeom prst="roundRect">
            <a:avLst>
              <a:gd name="adj" fmla="val 8046"/>
            </a:avLst>
          </a:prstGeom>
          <a:solidFill>
            <a:srgbClr val="21192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52"/>
          </a:p>
        </p:txBody>
      </p:sp>
    </p:spTree>
    <p:extLst>
      <p:ext uri="{BB962C8B-B14F-4D97-AF65-F5344CB8AC3E}">
        <p14:creationId xmlns:p14="http://schemas.microsoft.com/office/powerpoint/2010/main" val="296195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213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6</cp:revision>
  <dcterms:created xsi:type="dcterms:W3CDTF">2026-02-26T06:39:52Z</dcterms:created>
  <dcterms:modified xsi:type="dcterms:W3CDTF">2026-03-02T10:17:22Z</dcterms:modified>
</cp:coreProperties>
</file>