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753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336"/>
    <a:srgbClr val="131926"/>
    <a:srgbClr val="253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97890"/>
            <a:ext cx="73152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881630"/>
            <a:ext cx="73152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87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91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0" y="1367791"/>
            <a:ext cx="841248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0" y="3671571"/>
            <a:ext cx="841248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75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460500"/>
            <a:ext cx="41452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1460500"/>
            <a:ext cx="41452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67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292101"/>
            <a:ext cx="84124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1" y="1344930"/>
            <a:ext cx="4126230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1" y="2004060"/>
            <a:ext cx="412623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0" y="1344930"/>
            <a:ext cx="4146550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0" y="2004060"/>
            <a:ext cx="414655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0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4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7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65760"/>
            <a:ext cx="3145790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789940"/>
            <a:ext cx="493776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645920"/>
            <a:ext cx="3145790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0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65760"/>
            <a:ext cx="3145790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789940"/>
            <a:ext cx="493776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645920"/>
            <a:ext cx="3145790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60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0" y="292100"/>
            <a:ext cx="210312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292100"/>
            <a:ext cx="618744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70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292101"/>
            <a:ext cx="84124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1460500"/>
            <a:ext cx="84124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5085080"/>
            <a:ext cx="21945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27D4F-FD08-42CC-9D6D-B50E772F1DEE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5085080"/>
            <a:ext cx="32918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5085080"/>
            <a:ext cx="21945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027EB-108D-459A-9667-CA799DEE92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7BA504-484F-3F6D-4F8E-618D32248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5486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DE7EAF-205D-0A57-06D5-D8BEA185EC67}"/>
              </a:ext>
            </a:extLst>
          </p:cNvPr>
          <p:cNvSpPr/>
          <p:nvPr/>
        </p:nvSpPr>
        <p:spPr>
          <a:xfrm>
            <a:off x="304800" y="609600"/>
            <a:ext cx="1760220" cy="2895600"/>
          </a:xfrm>
          <a:prstGeom prst="roundRect">
            <a:avLst>
              <a:gd name="adj" fmla="val 5023"/>
            </a:avLst>
          </a:prstGeom>
          <a:solidFill>
            <a:srgbClr val="1A233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138EF0-CADD-4849-FD95-FF1F474EFF13}"/>
              </a:ext>
            </a:extLst>
          </p:cNvPr>
          <p:cNvSpPr/>
          <p:nvPr/>
        </p:nvSpPr>
        <p:spPr>
          <a:xfrm>
            <a:off x="2247899" y="609600"/>
            <a:ext cx="4099559" cy="563880"/>
          </a:xfrm>
          <a:prstGeom prst="roundRect">
            <a:avLst/>
          </a:prstGeom>
          <a:solidFill>
            <a:srgbClr val="1A233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58A8EF-9B7C-EE78-ECE8-1EA68EC18217}"/>
              </a:ext>
            </a:extLst>
          </p:cNvPr>
          <p:cNvSpPr/>
          <p:nvPr/>
        </p:nvSpPr>
        <p:spPr>
          <a:xfrm>
            <a:off x="304800" y="3649981"/>
            <a:ext cx="9144000" cy="1607820"/>
          </a:xfrm>
          <a:prstGeom prst="roundRect">
            <a:avLst>
              <a:gd name="adj" fmla="val 6322"/>
            </a:avLst>
          </a:prstGeom>
          <a:solidFill>
            <a:srgbClr val="1A233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FC8500-E0D1-2F58-3904-971D344962DE}"/>
              </a:ext>
            </a:extLst>
          </p:cNvPr>
          <p:cNvSpPr/>
          <p:nvPr/>
        </p:nvSpPr>
        <p:spPr>
          <a:xfrm>
            <a:off x="2247900" y="1333500"/>
            <a:ext cx="4099560" cy="2164080"/>
          </a:xfrm>
          <a:prstGeom prst="roundRect">
            <a:avLst>
              <a:gd name="adj" fmla="val 4282"/>
            </a:avLst>
          </a:prstGeom>
          <a:solidFill>
            <a:srgbClr val="1A233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239CF5-D379-80FF-6C97-23FEF24E7F3D}"/>
              </a:ext>
            </a:extLst>
          </p:cNvPr>
          <p:cNvSpPr/>
          <p:nvPr/>
        </p:nvSpPr>
        <p:spPr>
          <a:xfrm>
            <a:off x="6537960" y="594360"/>
            <a:ext cx="2903220" cy="2903220"/>
          </a:xfrm>
          <a:prstGeom prst="roundRect">
            <a:avLst>
              <a:gd name="adj" fmla="val 3906"/>
            </a:avLst>
          </a:prstGeom>
          <a:solidFill>
            <a:srgbClr val="1A2336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7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1</cp:revision>
  <dcterms:created xsi:type="dcterms:W3CDTF">2026-03-05T04:10:54Z</dcterms:created>
  <dcterms:modified xsi:type="dcterms:W3CDTF">2026-03-05T04:54:23Z</dcterms:modified>
</cp:coreProperties>
</file>