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09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951"/>
    <a:srgbClr val="26293A"/>
    <a:srgbClr val="7634A8"/>
    <a:srgbClr val="FDA91C"/>
    <a:srgbClr val="FC5E3B"/>
    <a:srgbClr val="0CA989"/>
    <a:srgbClr val="0867FB"/>
    <a:srgbClr val="032AA1"/>
    <a:srgbClr val="875EA1"/>
    <a:srgbClr val="F7C5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7656"/>
            <a:ext cx="7772400" cy="2122311"/>
          </a:xfrm>
        </p:spPr>
        <p:txBody>
          <a:bodyPr anchor="b"/>
          <a:lstStyle>
            <a:lvl1pPr algn="ctr"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01812"/>
            <a:ext cx="6858000" cy="1471788"/>
          </a:xfrm>
        </p:spPr>
        <p:txBody>
          <a:bodyPr/>
          <a:lstStyle>
            <a:lvl1pPr marL="0" indent="0" algn="ctr">
              <a:buNone/>
              <a:defRPr sz="2133"/>
            </a:lvl1pPr>
            <a:lvl2pPr marL="406405" indent="0" algn="ctr">
              <a:buNone/>
              <a:defRPr sz="1778"/>
            </a:lvl2pPr>
            <a:lvl3pPr marL="812810" indent="0" algn="ctr">
              <a:buNone/>
              <a:defRPr sz="1600"/>
            </a:lvl3pPr>
            <a:lvl4pPr marL="1219215" indent="0" algn="ctr">
              <a:buNone/>
              <a:defRPr sz="1422"/>
            </a:lvl4pPr>
            <a:lvl5pPr marL="1625620" indent="0" algn="ctr">
              <a:buNone/>
              <a:defRPr sz="1422"/>
            </a:lvl5pPr>
            <a:lvl6pPr marL="2032025" indent="0" algn="ctr">
              <a:buNone/>
              <a:defRPr sz="1422"/>
            </a:lvl6pPr>
            <a:lvl7pPr marL="2438430" indent="0" algn="ctr">
              <a:buNone/>
              <a:defRPr sz="1422"/>
            </a:lvl7pPr>
            <a:lvl8pPr marL="2844836" indent="0" algn="ctr">
              <a:buNone/>
              <a:defRPr sz="1422"/>
            </a:lvl8pPr>
            <a:lvl9pPr marL="3251241" indent="0" algn="ctr">
              <a:buNone/>
              <a:defRPr sz="14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49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519769"/>
            <a:ext cx="7886700" cy="2535766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079524"/>
            <a:ext cx="7886700" cy="1333500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/>
                </a:solidFill>
              </a:defRPr>
            </a:lvl1pPr>
            <a:lvl2pPr marL="406405" indent="0">
              <a:buNone/>
              <a:defRPr sz="1778">
                <a:solidFill>
                  <a:schemeClr val="tx1">
                    <a:tint val="75000"/>
                  </a:schemeClr>
                </a:solidFill>
              </a:defRPr>
            </a:lvl2pPr>
            <a:lvl3pPr marL="8128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21921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4pPr>
            <a:lvl5pPr marL="162562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5pPr>
            <a:lvl6pPr marL="2032025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6pPr>
            <a:lvl7pPr marL="2438430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7pPr>
            <a:lvl8pPr marL="2844836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8pPr>
            <a:lvl9pPr marL="3251241" indent="0">
              <a:buNone/>
              <a:defRPr sz="14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59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2778"/>
            <a:ext cx="388620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2778"/>
            <a:ext cx="3886200" cy="3867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31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24557"/>
            <a:ext cx="7886700" cy="117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94367"/>
            <a:ext cx="3868340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226734"/>
            <a:ext cx="3868340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94367"/>
            <a:ext cx="3887391" cy="73236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405" indent="0">
              <a:buNone/>
              <a:defRPr sz="1778" b="1"/>
            </a:lvl2pPr>
            <a:lvl3pPr marL="812810" indent="0">
              <a:buNone/>
              <a:defRPr sz="1600" b="1"/>
            </a:lvl3pPr>
            <a:lvl4pPr marL="1219215" indent="0">
              <a:buNone/>
              <a:defRPr sz="1422" b="1"/>
            </a:lvl4pPr>
            <a:lvl5pPr marL="1625620" indent="0">
              <a:buNone/>
              <a:defRPr sz="1422" b="1"/>
            </a:lvl5pPr>
            <a:lvl6pPr marL="2032025" indent="0">
              <a:buNone/>
              <a:defRPr sz="1422" b="1"/>
            </a:lvl6pPr>
            <a:lvl7pPr marL="2438430" indent="0">
              <a:buNone/>
              <a:defRPr sz="1422" b="1"/>
            </a:lvl7pPr>
            <a:lvl8pPr marL="2844836" indent="0">
              <a:buNone/>
              <a:defRPr sz="1422" b="1"/>
            </a:lvl8pPr>
            <a:lvl9pPr marL="3251241" indent="0">
              <a:buNone/>
              <a:defRPr sz="14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226734"/>
            <a:ext cx="3887391" cy="3275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55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0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62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77713"/>
            <a:ext cx="4629150" cy="4332111"/>
          </a:xfrm>
        </p:spPr>
        <p:txBody>
          <a:bodyPr/>
          <a:lstStyle>
            <a:lvl1pPr>
              <a:defRPr sz="2844"/>
            </a:lvl1pPr>
            <a:lvl2pPr>
              <a:defRPr sz="2489"/>
            </a:lvl2pPr>
            <a:lvl3pPr>
              <a:defRPr sz="2133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828800"/>
            <a:ext cx="2949178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0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06400"/>
            <a:ext cx="2949178" cy="142240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77713"/>
            <a:ext cx="4629150" cy="4332111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405" indent="0">
              <a:buNone/>
              <a:defRPr sz="2489"/>
            </a:lvl2pPr>
            <a:lvl3pPr marL="812810" indent="0">
              <a:buNone/>
              <a:defRPr sz="2133"/>
            </a:lvl3pPr>
            <a:lvl4pPr marL="1219215" indent="0">
              <a:buNone/>
              <a:defRPr sz="1778"/>
            </a:lvl4pPr>
            <a:lvl5pPr marL="1625620" indent="0">
              <a:buNone/>
              <a:defRPr sz="1778"/>
            </a:lvl5pPr>
            <a:lvl6pPr marL="2032025" indent="0">
              <a:buNone/>
              <a:defRPr sz="1778"/>
            </a:lvl6pPr>
            <a:lvl7pPr marL="2438430" indent="0">
              <a:buNone/>
              <a:defRPr sz="1778"/>
            </a:lvl7pPr>
            <a:lvl8pPr marL="2844836" indent="0">
              <a:buNone/>
              <a:defRPr sz="1778"/>
            </a:lvl8pPr>
            <a:lvl9pPr marL="3251241" indent="0">
              <a:buNone/>
              <a:defRPr sz="177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828800"/>
            <a:ext cx="2949178" cy="3388078"/>
          </a:xfrm>
        </p:spPr>
        <p:txBody>
          <a:bodyPr/>
          <a:lstStyle>
            <a:lvl1pPr marL="0" indent="0">
              <a:buNone/>
              <a:defRPr sz="1422"/>
            </a:lvl1pPr>
            <a:lvl2pPr marL="406405" indent="0">
              <a:buNone/>
              <a:defRPr sz="1244"/>
            </a:lvl2pPr>
            <a:lvl3pPr marL="812810" indent="0">
              <a:buNone/>
              <a:defRPr sz="1067"/>
            </a:lvl3pPr>
            <a:lvl4pPr marL="1219215" indent="0">
              <a:buNone/>
              <a:defRPr sz="889"/>
            </a:lvl4pPr>
            <a:lvl5pPr marL="1625620" indent="0">
              <a:buNone/>
              <a:defRPr sz="889"/>
            </a:lvl5pPr>
            <a:lvl6pPr marL="2032025" indent="0">
              <a:buNone/>
              <a:defRPr sz="889"/>
            </a:lvl6pPr>
            <a:lvl7pPr marL="2438430" indent="0">
              <a:buNone/>
              <a:defRPr sz="889"/>
            </a:lvl7pPr>
            <a:lvl8pPr marL="2844836" indent="0">
              <a:buNone/>
              <a:defRPr sz="889"/>
            </a:lvl8pPr>
            <a:lvl9pPr marL="3251241" indent="0">
              <a:buNone/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15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9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24556"/>
            <a:ext cx="1971675" cy="51660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24556"/>
            <a:ext cx="5800725" cy="51660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64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24557"/>
            <a:ext cx="7886700" cy="117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2778"/>
            <a:ext cx="7886700" cy="3867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597D3-9360-445E-8BAA-D7E486EA609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650090"/>
            <a:ext cx="30861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650090"/>
            <a:ext cx="2057400" cy="3245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53A54-76A9-49B5-AFD6-D1325D377B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57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810" rtl="0" eaLnBrk="1" latinLnBrk="0" hangingPunct="1">
        <a:lnSpc>
          <a:spcPct val="90000"/>
        </a:lnSpc>
        <a:spcBef>
          <a:spcPct val="0"/>
        </a:spcBef>
        <a:buNone/>
        <a:defRPr sz="39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203" indent="-203203" algn="l" defTabSz="81281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2489" kern="1200">
          <a:solidFill>
            <a:schemeClr val="tx1"/>
          </a:solidFill>
          <a:latin typeface="+mn-lt"/>
          <a:ea typeface="+mn-ea"/>
          <a:cs typeface="+mn-cs"/>
        </a:defRPr>
      </a:lvl1pPr>
      <a:lvl2pPr marL="60960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601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778" kern="1200">
          <a:solidFill>
            <a:schemeClr val="tx1"/>
          </a:solidFill>
          <a:latin typeface="+mn-lt"/>
          <a:ea typeface="+mn-ea"/>
          <a:cs typeface="+mn-cs"/>
        </a:defRPr>
      </a:lvl3pPr>
      <a:lvl4pPr marL="142241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522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63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38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443" indent="-203203" algn="l" defTabSz="812810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1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1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2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25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30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36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41" algn="l" defTabSz="81281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5BB328-304B-766A-A066-8D27C7CC3516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62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E58302-6790-D1EF-17E8-709A3AE858B0}"/>
              </a:ext>
            </a:extLst>
          </p:cNvPr>
          <p:cNvSpPr/>
          <p:nvPr/>
        </p:nvSpPr>
        <p:spPr>
          <a:xfrm>
            <a:off x="152400" y="604030"/>
            <a:ext cx="2834640" cy="265176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853FDB-AAB4-8025-BF50-C40ADD74EFB7}"/>
              </a:ext>
            </a:extLst>
          </p:cNvPr>
          <p:cNvSpPr/>
          <p:nvPr/>
        </p:nvSpPr>
        <p:spPr>
          <a:xfrm>
            <a:off x="3154680" y="604030"/>
            <a:ext cx="2834640" cy="265176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9DB6A1-E280-A9C3-EA3C-D892ABF705A1}"/>
              </a:ext>
            </a:extLst>
          </p:cNvPr>
          <p:cNvSpPr/>
          <p:nvPr/>
        </p:nvSpPr>
        <p:spPr>
          <a:xfrm>
            <a:off x="6156960" y="604030"/>
            <a:ext cx="2834640" cy="2651760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FEA0C3-18BA-02F3-F884-2DED4A680DAC}"/>
              </a:ext>
            </a:extLst>
          </p:cNvPr>
          <p:cNvSpPr/>
          <p:nvPr/>
        </p:nvSpPr>
        <p:spPr>
          <a:xfrm>
            <a:off x="152400" y="3402620"/>
            <a:ext cx="2834640" cy="2533943"/>
          </a:xfrm>
          <a:prstGeom prst="roundRect">
            <a:avLst>
              <a:gd name="adj" fmla="val 47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3134E4-8A8B-A1E1-F42C-85194C345F9B}"/>
              </a:ext>
            </a:extLst>
          </p:cNvPr>
          <p:cNvSpPr/>
          <p:nvPr/>
        </p:nvSpPr>
        <p:spPr>
          <a:xfrm>
            <a:off x="3154680" y="3402620"/>
            <a:ext cx="2834640" cy="2533943"/>
          </a:xfrm>
          <a:prstGeom prst="roundRect">
            <a:avLst>
              <a:gd name="adj" fmla="val 47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EC9E3B-2BA3-7EF8-8D41-7FA8405480BD}"/>
              </a:ext>
            </a:extLst>
          </p:cNvPr>
          <p:cNvSpPr/>
          <p:nvPr/>
        </p:nvSpPr>
        <p:spPr>
          <a:xfrm>
            <a:off x="6156960" y="3402620"/>
            <a:ext cx="2834640" cy="2533943"/>
          </a:xfrm>
          <a:prstGeom prst="roundRect">
            <a:avLst>
              <a:gd name="adj" fmla="val 47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939C3E-4AF2-38F6-0AE7-7C3498EFDA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" y="159949"/>
            <a:ext cx="166369" cy="1257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500E1D-FA1A-95A1-3CBD-547E362D3B05}"/>
              </a:ext>
            </a:extLst>
          </p:cNvPr>
          <p:cNvSpPr txBox="1"/>
          <p:nvPr/>
        </p:nvSpPr>
        <p:spPr>
          <a:xfrm>
            <a:off x="256539" y="84337"/>
            <a:ext cx="3255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Performance Overview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1894D1-EE36-4E7E-C683-EAA4C225B108}"/>
              </a:ext>
            </a:extLst>
          </p:cNvPr>
          <p:cNvSpPr/>
          <p:nvPr/>
        </p:nvSpPr>
        <p:spPr>
          <a:xfrm>
            <a:off x="256539" y="708170"/>
            <a:ext cx="1226821" cy="698990"/>
          </a:xfrm>
          <a:prstGeom prst="roundRect">
            <a:avLst/>
          </a:prstGeom>
          <a:solidFill>
            <a:srgbClr val="0867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C9E158-A17B-44A7-7639-174EC126E74C}"/>
              </a:ext>
            </a:extLst>
          </p:cNvPr>
          <p:cNvSpPr/>
          <p:nvPr/>
        </p:nvSpPr>
        <p:spPr>
          <a:xfrm>
            <a:off x="1651000" y="708170"/>
            <a:ext cx="1226821" cy="698990"/>
          </a:xfrm>
          <a:prstGeom prst="roundRect">
            <a:avLst/>
          </a:prstGeom>
          <a:solidFill>
            <a:srgbClr val="0CA9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C2A543-E540-8E3D-1CC8-A91A3C62DF9A}"/>
              </a:ext>
            </a:extLst>
          </p:cNvPr>
          <p:cNvSpPr/>
          <p:nvPr/>
        </p:nvSpPr>
        <p:spPr>
          <a:xfrm>
            <a:off x="256539" y="2415050"/>
            <a:ext cx="1226821" cy="698990"/>
          </a:xfrm>
          <a:prstGeom prst="roundRect">
            <a:avLst/>
          </a:prstGeom>
          <a:solidFill>
            <a:srgbClr val="7634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A232C0-C7E1-8B05-5E79-967D96B286BF}"/>
              </a:ext>
            </a:extLst>
          </p:cNvPr>
          <p:cNvSpPr/>
          <p:nvPr/>
        </p:nvSpPr>
        <p:spPr>
          <a:xfrm>
            <a:off x="1651000" y="2415050"/>
            <a:ext cx="1226821" cy="698990"/>
          </a:xfrm>
          <a:prstGeom prst="roundRect">
            <a:avLst/>
          </a:prstGeom>
          <a:solidFill>
            <a:srgbClr val="032A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61AC8B9-5190-11F1-D4DD-AF2F137F7FB0}"/>
              </a:ext>
            </a:extLst>
          </p:cNvPr>
          <p:cNvSpPr/>
          <p:nvPr/>
        </p:nvSpPr>
        <p:spPr>
          <a:xfrm>
            <a:off x="256539" y="1561610"/>
            <a:ext cx="1226821" cy="698990"/>
          </a:xfrm>
          <a:prstGeom prst="roundRect">
            <a:avLst/>
          </a:prstGeom>
          <a:solidFill>
            <a:srgbClr val="FC5E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3A80A62-DFFC-6641-28F6-D4F63474A661}"/>
              </a:ext>
            </a:extLst>
          </p:cNvPr>
          <p:cNvSpPr/>
          <p:nvPr/>
        </p:nvSpPr>
        <p:spPr>
          <a:xfrm>
            <a:off x="1651000" y="1561610"/>
            <a:ext cx="1226821" cy="698990"/>
          </a:xfrm>
          <a:prstGeom prst="roundRect">
            <a:avLst/>
          </a:prstGeom>
          <a:solidFill>
            <a:srgbClr val="FDA9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DAEEE7-999E-5FDB-B893-FDC9104D383A}"/>
              </a:ext>
            </a:extLst>
          </p:cNvPr>
          <p:cNvSpPr/>
          <p:nvPr/>
        </p:nvSpPr>
        <p:spPr>
          <a:xfrm>
            <a:off x="6845301" y="102808"/>
            <a:ext cx="2042160" cy="240055"/>
          </a:xfrm>
          <a:prstGeom prst="roundRect">
            <a:avLst>
              <a:gd name="adj" fmla="val 38890"/>
            </a:avLst>
          </a:prstGeom>
          <a:solidFill>
            <a:srgbClr val="35395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/>
          </a:p>
          <a:p>
            <a:pPr algn="ctr"/>
            <a:endParaRPr lang="en-US" sz="800" b="1" dirty="0"/>
          </a:p>
          <a:p>
            <a:pPr algn="ctr"/>
            <a:endParaRPr lang="en-IN" sz="800" b="1" dirty="0"/>
          </a:p>
        </p:txBody>
      </p:sp>
    </p:spTree>
    <p:extLst>
      <p:ext uri="{BB962C8B-B14F-4D97-AF65-F5344CB8AC3E}">
        <p14:creationId xmlns:p14="http://schemas.microsoft.com/office/powerpoint/2010/main" val="77948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</TotalTime>
  <Words>3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5</cp:revision>
  <dcterms:created xsi:type="dcterms:W3CDTF">2026-03-14T10:36:50Z</dcterms:created>
  <dcterms:modified xsi:type="dcterms:W3CDTF">2026-03-14T12:55:54Z</dcterms:modified>
</cp:coreProperties>
</file>