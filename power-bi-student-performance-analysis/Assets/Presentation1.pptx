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753600" cy="701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91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9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147304"/>
            <a:ext cx="8290560" cy="2440658"/>
          </a:xfrm>
        </p:spPr>
        <p:txBody>
          <a:bodyPr anchor="b"/>
          <a:lstStyle>
            <a:lvl1pPr algn="ctr">
              <a:defRPr sz="6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682083"/>
            <a:ext cx="7315200" cy="1692557"/>
          </a:xfrm>
        </p:spPr>
        <p:txBody>
          <a:bodyPr/>
          <a:lstStyle>
            <a:lvl1pPr marL="0" indent="0" algn="ctr">
              <a:buNone/>
              <a:defRPr sz="2453"/>
            </a:lvl1pPr>
            <a:lvl2pPr marL="467350" indent="0" algn="ctr">
              <a:buNone/>
              <a:defRPr sz="2044"/>
            </a:lvl2pPr>
            <a:lvl3pPr marL="934700" indent="0" algn="ctr">
              <a:buNone/>
              <a:defRPr sz="1840"/>
            </a:lvl3pPr>
            <a:lvl4pPr marL="1402050" indent="0" algn="ctr">
              <a:buNone/>
              <a:defRPr sz="1636"/>
            </a:lvl4pPr>
            <a:lvl5pPr marL="1869399" indent="0" algn="ctr">
              <a:buNone/>
              <a:defRPr sz="1636"/>
            </a:lvl5pPr>
            <a:lvl6pPr marL="2336749" indent="0" algn="ctr">
              <a:buNone/>
              <a:defRPr sz="1636"/>
            </a:lvl6pPr>
            <a:lvl7pPr marL="2804099" indent="0" algn="ctr">
              <a:buNone/>
              <a:defRPr sz="1636"/>
            </a:lvl7pPr>
            <a:lvl8pPr marL="3271449" indent="0" algn="ctr">
              <a:buNone/>
              <a:defRPr sz="1636"/>
            </a:lvl8pPr>
            <a:lvl9pPr marL="3738799" indent="0" algn="ctr">
              <a:buNone/>
              <a:defRPr sz="16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68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54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1747734"/>
            <a:ext cx="8412480" cy="2916131"/>
          </a:xfrm>
        </p:spPr>
        <p:txBody>
          <a:bodyPr anchor="b"/>
          <a:lstStyle>
            <a:lvl1pPr>
              <a:defRPr sz="6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4691453"/>
            <a:ext cx="8412480" cy="1533524"/>
          </a:xfrm>
        </p:spPr>
        <p:txBody>
          <a:bodyPr/>
          <a:lstStyle>
            <a:lvl1pPr marL="0" indent="0">
              <a:buNone/>
              <a:defRPr sz="2453">
                <a:solidFill>
                  <a:schemeClr val="tx1"/>
                </a:solidFill>
              </a:defRPr>
            </a:lvl1pPr>
            <a:lvl2pPr marL="467350" indent="0">
              <a:buNone/>
              <a:defRPr sz="2044">
                <a:solidFill>
                  <a:schemeClr val="tx1">
                    <a:tint val="75000"/>
                  </a:schemeClr>
                </a:solidFill>
              </a:defRPr>
            </a:lvl2pPr>
            <a:lvl3pPr marL="9347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3pPr>
            <a:lvl4pPr marL="1402050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4pPr>
            <a:lvl5pPr marL="186939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5pPr>
            <a:lvl6pPr marL="233674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6pPr>
            <a:lvl7pPr marL="280409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7pPr>
            <a:lvl8pPr marL="327144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8pPr>
            <a:lvl9pPr marL="3738799" indent="0">
              <a:buNone/>
              <a:defRPr sz="16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67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866195"/>
            <a:ext cx="4145280" cy="4448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1866195"/>
            <a:ext cx="4145280" cy="44480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05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373240"/>
            <a:ext cx="8412480" cy="1355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1718522"/>
            <a:ext cx="4126229" cy="842221"/>
          </a:xfrm>
        </p:spPr>
        <p:txBody>
          <a:bodyPr anchor="b"/>
          <a:lstStyle>
            <a:lvl1pPr marL="0" indent="0">
              <a:buNone/>
              <a:defRPr sz="2453" b="1"/>
            </a:lvl1pPr>
            <a:lvl2pPr marL="467350" indent="0">
              <a:buNone/>
              <a:defRPr sz="2044" b="1"/>
            </a:lvl2pPr>
            <a:lvl3pPr marL="934700" indent="0">
              <a:buNone/>
              <a:defRPr sz="1840" b="1"/>
            </a:lvl3pPr>
            <a:lvl4pPr marL="1402050" indent="0">
              <a:buNone/>
              <a:defRPr sz="1636" b="1"/>
            </a:lvl4pPr>
            <a:lvl5pPr marL="1869399" indent="0">
              <a:buNone/>
              <a:defRPr sz="1636" b="1"/>
            </a:lvl5pPr>
            <a:lvl6pPr marL="2336749" indent="0">
              <a:buNone/>
              <a:defRPr sz="1636" b="1"/>
            </a:lvl6pPr>
            <a:lvl7pPr marL="2804099" indent="0">
              <a:buNone/>
              <a:defRPr sz="1636" b="1"/>
            </a:lvl7pPr>
            <a:lvl8pPr marL="3271449" indent="0">
              <a:buNone/>
              <a:defRPr sz="1636" b="1"/>
            </a:lvl8pPr>
            <a:lvl9pPr marL="3738799" indent="0">
              <a:buNone/>
              <a:defRPr sz="16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2560743"/>
            <a:ext cx="4126229" cy="37664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1718522"/>
            <a:ext cx="4146550" cy="842221"/>
          </a:xfrm>
        </p:spPr>
        <p:txBody>
          <a:bodyPr anchor="b"/>
          <a:lstStyle>
            <a:lvl1pPr marL="0" indent="0">
              <a:buNone/>
              <a:defRPr sz="2453" b="1"/>
            </a:lvl1pPr>
            <a:lvl2pPr marL="467350" indent="0">
              <a:buNone/>
              <a:defRPr sz="2044" b="1"/>
            </a:lvl2pPr>
            <a:lvl3pPr marL="934700" indent="0">
              <a:buNone/>
              <a:defRPr sz="1840" b="1"/>
            </a:lvl3pPr>
            <a:lvl4pPr marL="1402050" indent="0">
              <a:buNone/>
              <a:defRPr sz="1636" b="1"/>
            </a:lvl4pPr>
            <a:lvl5pPr marL="1869399" indent="0">
              <a:buNone/>
              <a:defRPr sz="1636" b="1"/>
            </a:lvl5pPr>
            <a:lvl6pPr marL="2336749" indent="0">
              <a:buNone/>
              <a:defRPr sz="1636" b="1"/>
            </a:lvl6pPr>
            <a:lvl7pPr marL="2804099" indent="0">
              <a:buNone/>
              <a:defRPr sz="1636" b="1"/>
            </a:lvl7pPr>
            <a:lvl8pPr marL="3271449" indent="0">
              <a:buNone/>
              <a:defRPr sz="1636" b="1"/>
            </a:lvl8pPr>
            <a:lvl9pPr marL="3738799" indent="0">
              <a:buNone/>
              <a:defRPr sz="16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2560743"/>
            <a:ext cx="4146550" cy="37664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53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1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06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467360"/>
            <a:ext cx="3145790" cy="1635760"/>
          </a:xfrm>
        </p:spPr>
        <p:txBody>
          <a:bodyPr anchor="b"/>
          <a:lstStyle>
            <a:lvl1pPr>
              <a:defRPr sz="32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009369"/>
            <a:ext cx="4937760" cy="4981928"/>
          </a:xfrm>
        </p:spPr>
        <p:txBody>
          <a:bodyPr/>
          <a:lstStyle>
            <a:lvl1pPr>
              <a:defRPr sz="3271"/>
            </a:lvl1pPr>
            <a:lvl2pPr>
              <a:defRPr sz="2862"/>
            </a:lvl2pPr>
            <a:lvl3pPr>
              <a:defRPr sz="2453"/>
            </a:lvl3pPr>
            <a:lvl4pPr>
              <a:defRPr sz="2044"/>
            </a:lvl4pPr>
            <a:lvl5pPr>
              <a:defRPr sz="2044"/>
            </a:lvl5pPr>
            <a:lvl6pPr>
              <a:defRPr sz="2044"/>
            </a:lvl6pPr>
            <a:lvl7pPr>
              <a:defRPr sz="2044"/>
            </a:lvl7pPr>
            <a:lvl8pPr>
              <a:defRPr sz="2044"/>
            </a:lvl8pPr>
            <a:lvl9pPr>
              <a:defRPr sz="20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2103120"/>
            <a:ext cx="3145790" cy="3896290"/>
          </a:xfrm>
        </p:spPr>
        <p:txBody>
          <a:bodyPr/>
          <a:lstStyle>
            <a:lvl1pPr marL="0" indent="0">
              <a:buNone/>
              <a:defRPr sz="1636"/>
            </a:lvl1pPr>
            <a:lvl2pPr marL="467350" indent="0">
              <a:buNone/>
              <a:defRPr sz="1431"/>
            </a:lvl2pPr>
            <a:lvl3pPr marL="934700" indent="0">
              <a:buNone/>
              <a:defRPr sz="1227"/>
            </a:lvl3pPr>
            <a:lvl4pPr marL="1402050" indent="0">
              <a:buNone/>
              <a:defRPr sz="1022"/>
            </a:lvl4pPr>
            <a:lvl5pPr marL="1869399" indent="0">
              <a:buNone/>
              <a:defRPr sz="1022"/>
            </a:lvl5pPr>
            <a:lvl6pPr marL="2336749" indent="0">
              <a:buNone/>
              <a:defRPr sz="1022"/>
            </a:lvl6pPr>
            <a:lvl7pPr marL="2804099" indent="0">
              <a:buNone/>
              <a:defRPr sz="1022"/>
            </a:lvl7pPr>
            <a:lvl8pPr marL="3271449" indent="0">
              <a:buNone/>
              <a:defRPr sz="1022"/>
            </a:lvl8pPr>
            <a:lvl9pPr marL="3738799" indent="0">
              <a:buNone/>
              <a:defRPr sz="10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5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467360"/>
            <a:ext cx="3145790" cy="1635760"/>
          </a:xfrm>
        </p:spPr>
        <p:txBody>
          <a:bodyPr anchor="b"/>
          <a:lstStyle>
            <a:lvl1pPr>
              <a:defRPr sz="32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009369"/>
            <a:ext cx="4937760" cy="4981928"/>
          </a:xfrm>
        </p:spPr>
        <p:txBody>
          <a:bodyPr anchor="t"/>
          <a:lstStyle>
            <a:lvl1pPr marL="0" indent="0">
              <a:buNone/>
              <a:defRPr sz="3271"/>
            </a:lvl1pPr>
            <a:lvl2pPr marL="467350" indent="0">
              <a:buNone/>
              <a:defRPr sz="2862"/>
            </a:lvl2pPr>
            <a:lvl3pPr marL="934700" indent="0">
              <a:buNone/>
              <a:defRPr sz="2453"/>
            </a:lvl3pPr>
            <a:lvl4pPr marL="1402050" indent="0">
              <a:buNone/>
              <a:defRPr sz="2044"/>
            </a:lvl4pPr>
            <a:lvl5pPr marL="1869399" indent="0">
              <a:buNone/>
              <a:defRPr sz="2044"/>
            </a:lvl5pPr>
            <a:lvl6pPr marL="2336749" indent="0">
              <a:buNone/>
              <a:defRPr sz="2044"/>
            </a:lvl6pPr>
            <a:lvl7pPr marL="2804099" indent="0">
              <a:buNone/>
              <a:defRPr sz="2044"/>
            </a:lvl7pPr>
            <a:lvl8pPr marL="3271449" indent="0">
              <a:buNone/>
              <a:defRPr sz="2044"/>
            </a:lvl8pPr>
            <a:lvl9pPr marL="3738799" indent="0">
              <a:buNone/>
              <a:defRPr sz="204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2103120"/>
            <a:ext cx="3145790" cy="3896290"/>
          </a:xfrm>
        </p:spPr>
        <p:txBody>
          <a:bodyPr/>
          <a:lstStyle>
            <a:lvl1pPr marL="0" indent="0">
              <a:buNone/>
              <a:defRPr sz="1636"/>
            </a:lvl1pPr>
            <a:lvl2pPr marL="467350" indent="0">
              <a:buNone/>
              <a:defRPr sz="1431"/>
            </a:lvl2pPr>
            <a:lvl3pPr marL="934700" indent="0">
              <a:buNone/>
              <a:defRPr sz="1227"/>
            </a:lvl3pPr>
            <a:lvl4pPr marL="1402050" indent="0">
              <a:buNone/>
              <a:defRPr sz="1022"/>
            </a:lvl4pPr>
            <a:lvl5pPr marL="1869399" indent="0">
              <a:buNone/>
              <a:defRPr sz="1022"/>
            </a:lvl5pPr>
            <a:lvl6pPr marL="2336749" indent="0">
              <a:buNone/>
              <a:defRPr sz="1022"/>
            </a:lvl6pPr>
            <a:lvl7pPr marL="2804099" indent="0">
              <a:buNone/>
              <a:defRPr sz="1022"/>
            </a:lvl7pPr>
            <a:lvl8pPr marL="3271449" indent="0">
              <a:buNone/>
              <a:defRPr sz="1022"/>
            </a:lvl8pPr>
            <a:lvl9pPr marL="3738799" indent="0">
              <a:buNone/>
              <a:defRPr sz="10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528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373239"/>
            <a:ext cx="2103120" cy="594099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373239"/>
            <a:ext cx="6187440" cy="59409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55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373240"/>
            <a:ext cx="8412480" cy="1355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1866195"/>
            <a:ext cx="8412480" cy="444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6497604"/>
            <a:ext cx="2194560" cy="373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14DA5-103B-4ED0-82A6-7A489B1B7DA1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6497604"/>
            <a:ext cx="3291840" cy="373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6497604"/>
            <a:ext cx="2194560" cy="373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5D8E6-2F58-4911-AA41-0FAE0FCDD8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34700" rtl="0" eaLnBrk="1" latinLnBrk="0" hangingPunct="1">
        <a:lnSpc>
          <a:spcPct val="90000"/>
        </a:lnSpc>
        <a:spcBef>
          <a:spcPct val="0"/>
        </a:spcBef>
        <a:buNone/>
        <a:defRPr sz="44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675" indent="-233675" algn="l" defTabSz="934700" rtl="0" eaLnBrk="1" latinLnBrk="0" hangingPunct="1">
        <a:lnSpc>
          <a:spcPct val="90000"/>
        </a:lnSpc>
        <a:spcBef>
          <a:spcPts val="1022"/>
        </a:spcBef>
        <a:buFont typeface="Arial" panose="020B0604020202020204" pitchFamily="34" charset="0"/>
        <a:buChar char="•"/>
        <a:defRPr sz="2862" kern="1200">
          <a:solidFill>
            <a:schemeClr val="tx1"/>
          </a:solidFill>
          <a:latin typeface="+mn-lt"/>
          <a:ea typeface="+mn-ea"/>
          <a:cs typeface="+mn-cs"/>
        </a:defRPr>
      </a:lvl1pPr>
      <a:lvl2pPr marL="701025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2453" kern="1200">
          <a:solidFill>
            <a:schemeClr val="tx1"/>
          </a:solidFill>
          <a:latin typeface="+mn-lt"/>
          <a:ea typeface="+mn-ea"/>
          <a:cs typeface="+mn-cs"/>
        </a:defRPr>
      </a:lvl2pPr>
      <a:lvl3pPr marL="1168375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2044" kern="1200">
          <a:solidFill>
            <a:schemeClr val="tx1"/>
          </a:solidFill>
          <a:latin typeface="+mn-lt"/>
          <a:ea typeface="+mn-ea"/>
          <a:cs typeface="+mn-cs"/>
        </a:defRPr>
      </a:lvl3pPr>
      <a:lvl4pPr marL="163572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4pPr>
      <a:lvl5pPr marL="210307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5pPr>
      <a:lvl6pPr marL="257042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6pPr>
      <a:lvl7pPr marL="303777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7pPr>
      <a:lvl8pPr marL="350512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8pPr>
      <a:lvl9pPr marL="3972474" indent="-233675" algn="l" defTabSz="934700" rtl="0" eaLnBrk="1" latinLnBrk="0" hangingPunct="1">
        <a:lnSpc>
          <a:spcPct val="90000"/>
        </a:lnSpc>
        <a:spcBef>
          <a:spcPts val="511"/>
        </a:spcBef>
        <a:buFont typeface="Arial" panose="020B0604020202020204" pitchFamily="34" charset="0"/>
        <a:buChar char="•"/>
        <a:defRPr sz="1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1pPr>
      <a:lvl2pPr marL="467350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2pPr>
      <a:lvl3pPr marL="934700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3pPr>
      <a:lvl4pPr marL="1402050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4pPr>
      <a:lvl5pPr marL="1869399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5pPr>
      <a:lvl6pPr marL="2336749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6pPr>
      <a:lvl7pPr marL="2804099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7pPr>
      <a:lvl8pPr marL="3271449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8pPr>
      <a:lvl9pPr marL="3738799" algn="l" defTabSz="934700" rtl="0" eaLnBrk="1" latinLnBrk="0" hangingPunct="1">
        <a:defRPr sz="1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FDD70C1-CBB2-125F-0957-F4D713580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53600" cy="7010400"/>
          </a:xfrm>
          <a:prstGeom prst="rect">
            <a:avLst/>
          </a:prstGeom>
          <a:solidFill>
            <a:srgbClr val="18191D">
              <a:alpha val="80000"/>
            </a:srgbClr>
          </a:solidFill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B304C3-0442-CE38-A57F-484769029517}"/>
              </a:ext>
            </a:extLst>
          </p:cNvPr>
          <p:cNvSpPr/>
          <p:nvPr/>
        </p:nvSpPr>
        <p:spPr>
          <a:xfrm>
            <a:off x="152400" y="482321"/>
            <a:ext cx="1666352" cy="723481"/>
          </a:xfrm>
          <a:prstGeom prst="roundRect">
            <a:avLst>
              <a:gd name="adj" fmla="val 10348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ED4A5B-88D0-337E-4142-08C7EA6F5B4C}"/>
              </a:ext>
            </a:extLst>
          </p:cNvPr>
          <p:cNvSpPr/>
          <p:nvPr/>
        </p:nvSpPr>
        <p:spPr>
          <a:xfrm>
            <a:off x="2053213" y="482321"/>
            <a:ext cx="1666352" cy="723481"/>
          </a:xfrm>
          <a:prstGeom prst="roundRect">
            <a:avLst>
              <a:gd name="adj" fmla="val 10348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36CD42-3186-3981-41C0-024B01EDF527}"/>
              </a:ext>
            </a:extLst>
          </p:cNvPr>
          <p:cNvSpPr/>
          <p:nvPr/>
        </p:nvSpPr>
        <p:spPr>
          <a:xfrm>
            <a:off x="3954026" y="482321"/>
            <a:ext cx="1666352" cy="723481"/>
          </a:xfrm>
          <a:prstGeom prst="roundRect">
            <a:avLst>
              <a:gd name="adj" fmla="val 10348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6434A9-4E92-FD4B-3D94-0B8E75EB58FB}"/>
              </a:ext>
            </a:extLst>
          </p:cNvPr>
          <p:cNvSpPr/>
          <p:nvPr/>
        </p:nvSpPr>
        <p:spPr>
          <a:xfrm>
            <a:off x="5854839" y="482321"/>
            <a:ext cx="1666352" cy="723481"/>
          </a:xfrm>
          <a:prstGeom prst="roundRect">
            <a:avLst>
              <a:gd name="adj" fmla="val 10348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0314AC-6E63-4267-7840-FE077B4D0FA5}"/>
              </a:ext>
            </a:extLst>
          </p:cNvPr>
          <p:cNvSpPr/>
          <p:nvPr/>
        </p:nvSpPr>
        <p:spPr>
          <a:xfrm>
            <a:off x="152400" y="1342543"/>
            <a:ext cx="6539802" cy="2048692"/>
          </a:xfrm>
          <a:prstGeom prst="roundRect">
            <a:avLst>
              <a:gd name="adj" fmla="val 5876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9A4134-A55F-A4EB-C590-D8AC73AA187D}"/>
              </a:ext>
            </a:extLst>
          </p:cNvPr>
          <p:cNvSpPr/>
          <p:nvPr/>
        </p:nvSpPr>
        <p:spPr>
          <a:xfrm>
            <a:off x="6863080" y="1337603"/>
            <a:ext cx="2738120" cy="2048692"/>
          </a:xfrm>
          <a:prstGeom prst="roundRect">
            <a:avLst>
              <a:gd name="adj" fmla="val 6005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A971EE-32CD-CCBA-5BA5-E3F8CDBC6FD5}"/>
              </a:ext>
            </a:extLst>
          </p:cNvPr>
          <p:cNvSpPr/>
          <p:nvPr/>
        </p:nvSpPr>
        <p:spPr>
          <a:xfrm>
            <a:off x="152400" y="5341620"/>
            <a:ext cx="2263140" cy="1524000"/>
          </a:xfrm>
          <a:prstGeom prst="roundRect">
            <a:avLst>
              <a:gd name="adj" fmla="val 10167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F1E3B0-43D0-D4E6-EE11-B1A20EC15F6B}"/>
              </a:ext>
            </a:extLst>
          </p:cNvPr>
          <p:cNvSpPr/>
          <p:nvPr/>
        </p:nvSpPr>
        <p:spPr>
          <a:xfrm>
            <a:off x="2547620" y="5339460"/>
            <a:ext cx="2263140" cy="1524000"/>
          </a:xfrm>
          <a:prstGeom prst="roundRect">
            <a:avLst>
              <a:gd name="adj" fmla="val 10167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A76A7D-E58A-950F-A73D-BF9BEC253867}"/>
              </a:ext>
            </a:extLst>
          </p:cNvPr>
          <p:cNvSpPr/>
          <p:nvPr/>
        </p:nvSpPr>
        <p:spPr>
          <a:xfrm>
            <a:off x="4942840" y="5339460"/>
            <a:ext cx="2263140" cy="1524000"/>
          </a:xfrm>
          <a:prstGeom prst="roundRect">
            <a:avLst>
              <a:gd name="adj" fmla="val 10167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BE3792-85BA-A88D-19CE-6593558F717E}"/>
              </a:ext>
            </a:extLst>
          </p:cNvPr>
          <p:cNvSpPr/>
          <p:nvPr/>
        </p:nvSpPr>
        <p:spPr>
          <a:xfrm>
            <a:off x="7338060" y="5339460"/>
            <a:ext cx="2263140" cy="1524000"/>
          </a:xfrm>
          <a:prstGeom prst="roundRect">
            <a:avLst>
              <a:gd name="adj" fmla="val 10167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1164102-D1FB-2E43-C4BB-97C901898866}"/>
              </a:ext>
            </a:extLst>
          </p:cNvPr>
          <p:cNvSpPr/>
          <p:nvPr/>
        </p:nvSpPr>
        <p:spPr>
          <a:xfrm>
            <a:off x="152400" y="3527976"/>
            <a:ext cx="3294185" cy="1676902"/>
          </a:xfrm>
          <a:prstGeom prst="roundRect">
            <a:avLst>
              <a:gd name="adj" fmla="val 6480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2B1941-79B2-9FC9-507A-2521CDD00104}"/>
              </a:ext>
            </a:extLst>
          </p:cNvPr>
          <p:cNvSpPr/>
          <p:nvPr/>
        </p:nvSpPr>
        <p:spPr>
          <a:xfrm>
            <a:off x="6863080" y="3527976"/>
            <a:ext cx="2738122" cy="1676902"/>
          </a:xfrm>
          <a:prstGeom prst="roundRect">
            <a:avLst>
              <a:gd name="adj" fmla="val 6480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DA7C6E-622E-1F25-6160-F35B90B0B437}"/>
              </a:ext>
            </a:extLst>
          </p:cNvPr>
          <p:cNvSpPr/>
          <p:nvPr/>
        </p:nvSpPr>
        <p:spPr>
          <a:xfrm>
            <a:off x="3626101" y="3517737"/>
            <a:ext cx="3057462" cy="1676902"/>
          </a:xfrm>
          <a:prstGeom prst="roundRect">
            <a:avLst>
              <a:gd name="adj" fmla="val 6480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865474-FD2F-60B9-0E77-0D9B6EC4233F}"/>
              </a:ext>
            </a:extLst>
          </p:cNvPr>
          <p:cNvSpPr/>
          <p:nvPr/>
        </p:nvSpPr>
        <p:spPr>
          <a:xfrm>
            <a:off x="7700387" y="482321"/>
            <a:ext cx="1900813" cy="723481"/>
          </a:xfrm>
          <a:prstGeom prst="roundRect">
            <a:avLst>
              <a:gd name="adj" fmla="val 10348"/>
            </a:avLst>
          </a:prstGeom>
          <a:solidFill>
            <a:srgbClr val="18191D">
              <a:alpha val="8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8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1</cp:revision>
  <dcterms:created xsi:type="dcterms:W3CDTF">2026-03-10T07:08:03Z</dcterms:created>
  <dcterms:modified xsi:type="dcterms:W3CDTF">2026-03-10T08:24:21Z</dcterms:modified>
</cp:coreProperties>
</file>